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4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custDataLst>
    <p:custData r:id="rId1"/>
    <p:custData r:id="rId2"/>
    <p:custData r:id="rId3"/>
  </p:custDataLst>
  <p:defaultTextStyle>
    <a:defPPr rtl="0">
      <a:defRPr lang="ru-RU"/>
    </a:defPPr>
    <a:lvl1pPr marL="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ru-RU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0" d="100"/>
          <a:sy n="120" d="100"/>
        </p:scale>
        <p:origin x="132" y="168"/>
      </p:cViewPr>
      <p:guideLst>
        <p:guide pos="1224" orient="horz"/>
        <p:guide pos="7368"/>
        <p:guide pos="312"/>
        <p:guide pos="2856" orient="horz"/>
        <p:guide pos="5928"/>
        <p:guide pos="6168"/>
        <p:guide pos="1512"/>
        <p:guide pos="264" orient="horz"/>
        <p:guide pos="2496"/>
        <p:guide pos="2688"/>
        <p:guide pos="4536"/>
        <p:guide pos="4008"/>
        <p:guide pos="4944"/>
        <p:guide pos="5136"/>
        <p:guide pos="1584" orient="horz"/>
        <p:guide pos="2736" orient="horz"/>
        <p:guide pos="3648" orient="horz"/>
        <p:guide pos="864" orient="horz"/>
        <p:guide pos="3984" orient="horz"/>
        <p:guide pos="456"/>
        <p:guide pos="7248"/>
        <p:guide pos="1920" orient="horz"/>
        <p:guide pos="2256" orient="horz"/>
        <p:guide pos="7176"/>
        <p:guide pos="1704" orient="horz"/>
        <p:guide pos="4176"/>
        <p:guide pos="2592" orient="horz"/>
        <p:guide pos="6912"/>
        <p:guide pos="3552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1275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>
              <a:defRPr/>
            </a:pPr>
            <a:endParaRPr lang="ru-RU"/>
          </a:p>
        </p:txBody>
      </p:sp>
      <p:sp>
        <p:nvSpPr>
          <p:cNvPr id="21586458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>
              <a:defRPr/>
            </a:pPr>
            <a:fld id="{7E6C6CCF-08D6-46BC-A143-476DA6249026}" type="datetime1">
              <a:rPr lang="ru-RU"/>
              <a:t>31.10.2025</a:t>
            </a:fld>
            <a:endParaRPr lang="ru-RU"/>
          </a:p>
        </p:txBody>
      </p:sp>
      <p:sp>
        <p:nvSpPr>
          <p:cNvPr id="505030308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727122162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40557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>
              <a:defRPr/>
            </a:pPr>
            <a:endParaRPr lang="ru-RU"/>
          </a:p>
        </p:txBody>
      </p:sp>
      <p:sp>
        <p:nvSpPr>
          <p:cNvPr id="68506113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>
              <a:defRPr/>
            </a:pPr>
            <a:fld id="{DECDE012-9E2E-4477-8B5C-4E7D4E9BCBA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ru-RU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05709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051872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3041054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DECDE012-9E2E-4477-8B5C-4E7D4E9BCBA6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0288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625669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34772019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DECDE012-9E2E-4477-8B5C-4E7D4E9BCBA6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157621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451864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45657897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DECDE012-9E2E-4477-8B5C-4E7D4E9BCBA6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00234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547962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51782276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DECDE012-9E2E-4477-8B5C-4E7D4E9BCBA6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0907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8941175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47947435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DECDE012-9E2E-4477-8B5C-4E7D4E9BCBA6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3277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267712" y="1408176"/>
            <a:ext cx="6400800" cy="2387600"/>
          </a:xfrm>
        </p:spPr>
        <p:txBody>
          <a:bodyPr rtlCol="0" anchor="t">
            <a:normAutofit/>
          </a:bodyPr>
          <a:lstStyle>
            <a:lvl1pPr algn="l">
              <a:lnSpc>
                <a:spcPct val="80000"/>
              </a:lnSpc>
              <a:defRPr lang="ru-RU" sz="7200" cap="all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37249670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3867911" y="5047488"/>
            <a:ext cx="5486400" cy="384048"/>
          </a:xfrm>
        </p:spPr>
        <p:txBody>
          <a:bodyPr rtlCol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ru-RU"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>
              <a:defRPr/>
            </a:pPr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804256705" name="Группа 6"/>
          <p:cNvGrpSpPr/>
          <p:nvPr userDrawn="1"/>
        </p:nvGrpSpPr>
        <p:grpSpPr bwMode="auto"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Прямая соединительная линия 7"/>
            <p:cNvCxnSpPr/>
            <p:nvPr/>
          </p:nvCxnSpPr>
          <p:spPr bwMode="auto"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912083" name="Заголовок 1"/>
          <p:cNvSpPr>
            <a:spLocks noGrp="1"/>
          </p:cNvSpPr>
          <p:nvPr>
            <p:ph type="title"/>
          </p:nvPr>
        </p:nvSpPr>
        <p:spPr bwMode="auto">
          <a:xfrm>
            <a:off x="2295144" y="1463040"/>
            <a:ext cx="7498080" cy="704088"/>
          </a:xfrm>
        </p:spPr>
        <p:txBody>
          <a:bodyPr rtlCol="0"/>
          <a:lstStyle>
            <a:lvl1pPr>
              <a:defRPr lang="ru-RU" sz="5000"/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48374185" name="Объект 2"/>
          <p:cNvSpPr>
            <a:spLocks noGrp="1"/>
          </p:cNvSpPr>
          <p:nvPr>
            <p:ph idx="1"/>
          </p:nvPr>
        </p:nvSpPr>
        <p:spPr bwMode="auto">
          <a:xfrm>
            <a:off x="2322576" y="2953512"/>
            <a:ext cx="7470648" cy="3296563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lang="ru-RU"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ru-RU" sz="1600" i="1"/>
            </a:lvl2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endParaRPr lang="ru-RU"/>
          </a:p>
        </p:txBody>
      </p:sp>
      <p:sp>
        <p:nvSpPr>
          <p:cNvPr id="97476810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34531607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grpSp>
        <p:nvGrpSpPr>
          <p:cNvPr id="2116342427" name="Группа 6"/>
          <p:cNvGrpSpPr/>
          <p:nvPr userDrawn="1"/>
        </p:nvGrpSpPr>
        <p:grpSpPr bwMode="auto"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Прямая соединительная линия 7"/>
            <p:cNvCxnSpPr/>
            <p:nvPr/>
          </p:nvCxnSpPr>
          <p:spPr bwMode="auto"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998662" name="Заголовок 1"/>
          <p:cNvSpPr>
            <a:spLocks noGrp="1"/>
          </p:cNvSpPr>
          <p:nvPr>
            <p:ph type="title"/>
          </p:nvPr>
        </p:nvSpPr>
        <p:spPr bwMode="auto">
          <a:xfrm>
            <a:off x="4056992" y="1709738"/>
            <a:ext cx="7290457" cy="2852737"/>
          </a:xfrm>
        </p:spPr>
        <p:txBody>
          <a:bodyPr rtlCol="0" anchor="b"/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48014535" name="Текст 2"/>
          <p:cNvSpPr>
            <a:spLocks noGrp="1"/>
          </p:cNvSpPr>
          <p:nvPr>
            <p:ph type="body" idx="1"/>
          </p:nvPr>
        </p:nvSpPr>
        <p:spPr bwMode="auto">
          <a:xfrm>
            <a:off x="4056992" y="4589463"/>
            <a:ext cx="7290457" cy="1500187"/>
          </a:xfrm>
        </p:spPr>
        <p:txBody>
          <a:bodyPr rtlCol="0"/>
          <a:lstStyle>
            <a:lvl1pPr marL="0" indent="0">
              <a:buNone/>
              <a:defRPr lang="ru-RU" sz="2400">
                <a:solidFill>
                  <a:schemeClr val="bg1"/>
                </a:solidFill>
              </a:defRPr>
            </a:lvl1pPr>
            <a:lvl2pPr marL="457200" indent="0">
              <a:buNone/>
              <a:defRPr lang="ru-RU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grpSp>
        <p:nvGrpSpPr>
          <p:cNvPr id="407206401" name="Группа 6"/>
          <p:cNvGrpSpPr/>
          <p:nvPr userDrawn="1"/>
        </p:nvGrpSpPr>
        <p:grpSpPr bwMode="auto"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Прямая соединительная линия 7"/>
            <p:cNvCxnSpPr/>
            <p:nvPr/>
          </p:nvCxnSpPr>
          <p:spPr bwMode="auto"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два столбца (темные)">
    <p:bg>
      <p:bgPr shadeToTitle="0">
        <a:solidFill>
          <a:schemeClr val="accent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595585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973994989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1078415052" name="Прямоугольник 5"/>
          <p:cNvSpPr/>
          <p:nvPr userDrawn="1"/>
        </p:nvSpPr>
        <p:spPr bwMode="auto"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>
              <a:defRPr/>
            </a:pPr>
            <a:endParaRPr lang="ru-RU"/>
          </a:p>
        </p:txBody>
      </p:sp>
      <p:cxnSp>
        <p:nvCxnSpPr>
          <p:cNvPr id="1716042364" name="Прямая соединительная линия 6"/>
          <p:cNvCxnSpPr/>
          <p:nvPr userDrawn="1"/>
        </p:nvCxnSpPr>
        <p:spPr bwMode="auto"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1840331" name="Прямая соединительная линия 7"/>
          <p:cNvCxnSpPr/>
          <p:nvPr userDrawn="1"/>
        </p:nvCxnSpPr>
        <p:spPr bwMode="auto"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3799753" name="Заголовок 8"/>
          <p:cNvSpPr>
            <a:spLocks noGrp="1"/>
          </p:cNvSpPr>
          <p:nvPr>
            <p:ph type="title"/>
          </p:nvPr>
        </p:nvSpPr>
        <p:spPr bwMode="auto">
          <a:xfrm>
            <a:off x="603504" y="1463040"/>
            <a:ext cx="10515600" cy="575321"/>
          </a:xfrm>
        </p:spPr>
        <p:txBody>
          <a:bodyPr rtlCol="0"/>
          <a:lstStyle>
            <a:lvl1pPr>
              <a:defRPr lang="ru-RU" sz="5000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29789125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bg1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876293066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bg1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774119298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36576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47491685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594360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два столбца (светлые)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85549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3918642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1305713976" name="Прямоугольник 5"/>
          <p:cNvSpPr/>
          <p:nvPr userDrawn="1"/>
        </p:nvSpPr>
        <p:spPr bwMode="auto"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>
              <a:defRPr/>
            </a:pPr>
            <a:endParaRPr lang="ru-RU"/>
          </a:p>
        </p:txBody>
      </p:sp>
      <p:sp>
        <p:nvSpPr>
          <p:cNvPr id="1487768141" name="Заголовок 8"/>
          <p:cNvSpPr>
            <a:spLocks noGrp="1"/>
          </p:cNvSpPr>
          <p:nvPr>
            <p:ph type="title"/>
          </p:nvPr>
        </p:nvSpPr>
        <p:spPr bwMode="auto">
          <a:xfrm>
            <a:off x="603504" y="1463040"/>
            <a:ext cx="10515600" cy="575321"/>
          </a:xfrm>
        </p:spPr>
        <p:txBody>
          <a:bodyPr rtlCol="0"/>
          <a:lstStyle>
            <a:lvl1pPr>
              <a:defRPr lang="ru-RU" sz="5000">
                <a:solidFill>
                  <a:schemeClr val="tx2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6963820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312199875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2055412447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36576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8794482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594360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grpSp>
        <p:nvGrpSpPr>
          <p:cNvPr id="309387987" name="Группа 12"/>
          <p:cNvGrpSpPr/>
          <p:nvPr userDrawn="1"/>
        </p:nvGrpSpPr>
        <p:grpSpPr bwMode="auto">
          <a:xfrm rot="10800000">
            <a:off x="726958" y="2521655"/>
            <a:ext cx="11480808" cy="1"/>
            <a:chOff x="2077471" y="5539115"/>
            <a:chExt cx="11480808" cy="1"/>
          </a:xfrm>
        </p:grpSpPr>
        <p:cxnSp>
          <p:nvCxnSpPr>
            <p:cNvPr id="16" name="Прямая соединительная линия 15"/>
            <p:cNvCxnSpPr/>
            <p:nvPr/>
          </p:nvCxnSpPr>
          <p:spPr bwMode="auto">
            <a:xfrm>
              <a:off x="2077471" y="5539115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 bwMode="auto">
            <a:xfrm>
              <a:off x="6816102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содержимое (темная полоса)">
    <p:bg>
      <p:bgPr shadeToTitle="0">
        <a:solidFill>
          <a:schemeClr val="accent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47383" name="Прямоугольник 17"/>
          <p:cNvSpPr/>
          <p:nvPr userDrawn="1"/>
        </p:nvSpPr>
        <p:spPr bwMode="auto"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/>
            </a:pPr>
            <a:endParaRPr lang="ru-RU"/>
          </a:p>
        </p:txBody>
      </p:sp>
      <p:sp>
        <p:nvSpPr>
          <p:cNvPr id="1872339781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lang="ru-RU">
                <a:solidFill>
                  <a:schemeClr val="accent5"/>
                </a:solidFill>
              </a:defRPr>
            </a:lvl1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530850602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lang="ru-RU">
                <a:solidFill>
                  <a:schemeClr val="accent5"/>
                </a:solidFill>
              </a:defRPr>
            </a:lvl1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404851828" name="Заголовок 8"/>
          <p:cNvSpPr>
            <a:spLocks noGrp="1"/>
          </p:cNvSpPr>
          <p:nvPr>
            <p:ph type="title"/>
          </p:nvPr>
        </p:nvSpPr>
        <p:spPr bwMode="auto">
          <a:xfrm>
            <a:off x="603504" y="1463040"/>
            <a:ext cx="10515600" cy="575321"/>
          </a:xfrm>
        </p:spPr>
        <p:txBody>
          <a:bodyPr rtlCol="0"/>
          <a:lstStyle>
            <a:lvl1pPr>
              <a:defRPr lang="ru-RU" sz="5000">
                <a:solidFill>
                  <a:schemeClr val="accent5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18115121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49224" y="348386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1888678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36576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6117727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594360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grpSp>
        <p:nvGrpSpPr>
          <p:cNvPr id="90103930" name="Группа 18"/>
          <p:cNvGrpSpPr/>
          <p:nvPr userDrawn="1"/>
        </p:nvGrpSpPr>
        <p:grpSpPr bwMode="auto">
          <a:xfrm rot="16199998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Прямая соединительная линия 19"/>
            <p:cNvCxnSpPr/>
            <p:nvPr/>
          </p:nvCxnSpPr>
          <p:spPr bwMode="auto">
            <a:xfrm rot="16199998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 bwMode="auto">
            <a:xfrm rot="16199998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ри объекта слева">
    <p:bg>
      <p:bgPr shadeToTitle="0">
        <a:solidFill>
          <a:schemeClr val="accent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004300" name="Прямоугольник 17"/>
          <p:cNvSpPr/>
          <p:nvPr userDrawn="1"/>
        </p:nvSpPr>
        <p:spPr bwMode="auto"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lang="ru-RU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/>
            </a:pPr>
            <a:endParaRPr lang="ru-RU">
              <a:solidFill>
                <a:schemeClr val="bg2"/>
              </a:solidFill>
            </a:endParaRPr>
          </a:p>
        </p:txBody>
      </p:sp>
      <p:grpSp>
        <p:nvGrpSpPr>
          <p:cNvPr id="1761790829" name="Группа 18"/>
          <p:cNvGrpSpPr/>
          <p:nvPr userDrawn="1"/>
        </p:nvGrpSpPr>
        <p:grpSpPr bwMode="auto"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Прямая соединительная линия 19"/>
            <p:cNvCxnSpPr/>
            <p:nvPr/>
          </p:nvCxnSpPr>
          <p:spPr bwMode="auto"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 bwMode="auto"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554858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4598415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942249522" name="Заголовок 8"/>
          <p:cNvSpPr>
            <a:spLocks noGrp="1"/>
          </p:cNvSpPr>
          <p:nvPr>
            <p:ph type="title"/>
          </p:nvPr>
        </p:nvSpPr>
        <p:spPr bwMode="auto">
          <a:xfrm>
            <a:off x="6217920" y="2514600"/>
            <a:ext cx="4846320" cy="1682749"/>
          </a:xfrm>
        </p:spPr>
        <p:txBody>
          <a:bodyPr rtlCol="0"/>
          <a:lstStyle>
            <a:lvl1pPr>
              <a:lnSpc>
                <a:spcPct val="100000"/>
              </a:lnSpc>
              <a:defRPr lang="ru-RU" sz="5000">
                <a:solidFill>
                  <a:schemeClr val="tx2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70548281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30936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003726798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630936" y="358444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455600944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36576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692747507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365760" y="4123944"/>
            <a:ext cx="4754880" cy="941831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1662220774" name="Текст 10"/>
          <p:cNvSpPr>
            <a:spLocks noGrp="1"/>
          </p:cNvSpPr>
          <p:nvPr>
            <p:ph type="body" sz="quarter" idx="17"/>
          </p:nvPr>
        </p:nvSpPr>
        <p:spPr bwMode="auto">
          <a:xfrm>
            <a:off x="630936" y="5065776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888644572" name="Текст 13"/>
          <p:cNvSpPr>
            <a:spLocks noGrp="1"/>
          </p:cNvSpPr>
          <p:nvPr>
            <p:ph type="body" sz="quarter" idx="18"/>
          </p:nvPr>
        </p:nvSpPr>
        <p:spPr bwMode="auto">
          <a:xfrm>
            <a:off x="365760" y="5605272"/>
            <a:ext cx="4754880" cy="1143254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 справа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54984" name="Прямоугольник 15"/>
          <p:cNvSpPr/>
          <p:nvPr userDrawn="1"/>
        </p:nvSpPr>
        <p:spPr bwMode="auto"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67146171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214510339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1037956856" name="Заголовок 8"/>
          <p:cNvSpPr>
            <a:spLocks noGrp="1"/>
          </p:cNvSpPr>
          <p:nvPr>
            <p:ph type="title"/>
          </p:nvPr>
        </p:nvSpPr>
        <p:spPr bwMode="auto"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ru-RU" sz="5000">
                <a:solidFill>
                  <a:schemeClr val="tx2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5100879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245352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907987193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656793670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598932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702284442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5989320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grpSp>
        <p:nvGrpSpPr>
          <p:cNvPr id="1903521047" name="Группа 16"/>
          <p:cNvGrpSpPr/>
          <p:nvPr userDrawn="1"/>
        </p:nvGrpSpPr>
        <p:grpSpPr bwMode="auto"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Прямая соединительная линия 23"/>
            <p:cNvCxnSpPr/>
            <p:nvPr/>
          </p:nvCxnSpPr>
          <p:spPr bwMode="auto"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 bwMode="auto"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 справа (темные)">
    <p:bg>
      <p:bgPr shadeToTitle="0">
        <a:solidFill>
          <a:schemeClr val="accent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96056" name="Прямоугольник 15"/>
          <p:cNvSpPr/>
          <p:nvPr userDrawn="1"/>
        </p:nvSpPr>
        <p:spPr bwMode="auto"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>
              <a:defRPr/>
            </a:pPr>
            <a:endParaRPr lang="ru-RU">
              <a:solidFill>
                <a:schemeClr val="tx2"/>
              </a:solidFill>
            </a:endParaRPr>
          </a:p>
        </p:txBody>
      </p:sp>
      <p:sp>
        <p:nvSpPr>
          <p:cNvPr id="62899458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910812900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298455104" name="Заголовок 8"/>
          <p:cNvSpPr>
            <a:spLocks noGrp="1"/>
          </p:cNvSpPr>
          <p:nvPr>
            <p:ph type="title"/>
          </p:nvPr>
        </p:nvSpPr>
        <p:spPr bwMode="auto"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ru-RU" sz="5000">
                <a:solidFill>
                  <a:schemeClr val="accent4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50243152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245352" y="135331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accent5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009916366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accent5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66711188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5971032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827254768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5971032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grpSp>
        <p:nvGrpSpPr>
          <p:cNvPr id="170773494" name="Группа 16"/>
          <p:cNvGrpSpPr/>
          <p:nvPr userDrawn="1"/>
        </p:nvGrpSpPr>
        <p:grpSpPr bwMode="auto"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Прямая соединительная линия 23"/>
            <p:cNvCxnSpPr/>
            <p:nvPr/>
          </p:nvCxnSpPr>
          <p:spPr bwMode="auto"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 bwMode="auto"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25750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57584116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1055797741" name="Заголовок 1"/>
          <p:cNvSpPr>
            <a:spLocks noGrp="1"/>
          </p:cNvSpPr>
          <p:nvPr>
            <p:ph type="title"/>
          </p:nvPr>
        </p:nvSpPr>
        <p:spPr bwMode="auto">
          <a:xfrm>
            <a:off x="2295144" y="1463040"/>
            <a:ext cx="7498080" cy="704088"/>
          </a:xfrm>
        </p:spPr>
        <p:txBody>
          <a:bodyPr rtlCol="0"/>
          <a:lstStyle>
            <a:lvl1pPr>
              <a:defRPr lang="ru-RU" sz="5000"/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grpSp>
        <p:nvGrpSpPr>
          <p:cNvPr id="739395521" name="Группа 8"/>
          <p:cNvGrpSpPr/>
          <p:nvPr userDrawn="1"/>
        </p:nvGrpSpPr>
        <p:grpSpPr bwMode="auto"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Прямая соединительная линия 9"/>
            <p:cNvCxnSpPr/>
            <p:nvPr/>
          </p:nvCxnSpPr>
          <p:spPr bwMode="auto"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/>
            <p:nvPr/>
          </p:nvCxnSpPr>
          <p:spPr bwMode="auto"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916859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2322576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398223534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2322576" y="444398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581755636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2020824" y="3401568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952999149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2020824" y="4901184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ри объекта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9380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50017808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1662268822" name="Заголовок 1"/>
          <p:cNvSpPr>
            <a:spLocks noGrp="1"/>
          </p:cNvSpPr>
          <p:nvPr>
            <p:ph type="title"/>
          </p:nvPr>
        </p:nvSpPr>
        <p:spPr bwMode="auto">
          <a:xfrm>
            <a:off x="603504" y="1463040"/>
            <a:ext cx="10871708" cy="704088"/>
          </a:xfrm>
        </p:spPr>
        <p:txBody>
          <a:bodyPr rtlCol="0"/>
          <a:lstStyle>
            <a:lvl1pPr>
              <a:defRPr lang="ru-RU" sz="5000"/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4488453" name="Текст 10"/>
          <p:cNvSpPr>
            <a:spLocks noGrp="1"/>
          </p:cNvSpPr>
          <p:nvPr>
            <p:ph type="body" sz="quarter" idx="13"/>
          </p:nvPr>
        </p:nvSpPr>
        <p:spPr bwMode="auto">
          <a:xfrm>
            <a:off x="649224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460350359" name="Текст 10"/>
          <p:cNvSpPr>
            <a:spLocks noGrp="1"/>
          </p:cNvSpPr>
          <p:nvPr>
            <p:ph type="body" sz="quarter" idx="14"/>
          </p:nvPr>
        </p:nvSpPr>
        <p:spPr bwMode="auto">
          <a:xfrm>
            <a:off x="433425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555709446" name="Текст 13"/>
          <p:cNvSpPr>
            <a:spLocks noGrp="1"/>
          </p:cNvSpPr>
          <p:nvPr>
            <p:ph type="body" sz="quarter" idx="15"/>
          </p:nvPr>
        </p:nvSpPr>
        <p:spPr bwMode="auto">
          <a:xfrm>
            <a:off x="365760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935957345" name="Текст 13"/>
          <p:cNvSpPr>
            <a:spLocks noGrp="1"/>
          </p:cNvSpPr>
          <p:nvPr>
            <p:ph type="body" sz="quarter" idx="16"/>
          </p:nvPr>
        </p:nvSpPr>
        <p:spPr bwMode="auto">
          <a:xfrm>
            <a:off x="4005072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  <p:grpSp>
        <p:nvGrpSpPr>
          <p:cNvPr id="493636488" name="Группа 15"/>
          <p:cNvGrpSpPr/>
          <p:nvPr userDrawn="1"/>
        </p:nvGrpSpPr>
        <p:grpSpPr bwMode="auto"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Прямая соединительная линия 16"/>
            <p:cNvCxnSpPr/>
            <p:nvPr/>
          </p:nvCxnSpPr>
          <p:spPr bwMode="auto"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 bwMode="auto"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4812222" name="Текст 10"/>
          <p:cNvSpPr>
            <a:spLocks noGrp="1"/>
          </p:cNvSpPr>
          <p:nvPr>
            <p:ph type="body" sz="quarter" idx="17"/>
          </p:nvPr>
        </p:nvSpPr>
        <p:spPr bwMode="auto">
          <a:xfrm>
            <a:off x="826617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200" b="1">
                <a:solidFill>
                  <a:schemeClr val="tx2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1114632970" name="Текст 13"/>
          <p:cNvSpPr>
            <a:spLocks noGrp="1"/>
          </p:cNvSpPr>
          <p:nvPr>
            <p:ph type="body" sz="quarter" idx="18"/>
          </p:nvPr>
        </p:nvSpPr>
        <p:spPr bwMode="auto">
          <a:xfrm>
            <a:off x="7973568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ru-RU" sz="1600">
                <a:solidFill>
                  <a:schemeClr val="tx2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пасибо за внимание!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566489" name="Прямоугольник 5"/>
          <p:cNvSpPr/>
          <p:nvPr userDrawn="1"/>
        </p:nvSpPr>
        <p:spPr bwMode="auto">
          <a:xfrm>
            <a:off x="0" y="0"/>
            <a:ext cx="100202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>
              <a:defRPr/>
            </a:pPr>
            <a:endParaRPr lang="ru-RU"/>
          </a:p>
        </p:txBody>
      </p:sp>
      <p:sp>
        <p:nvSpPr>
          <p:cNvPr id="368945251" name="Заголовок 1"/>
          <p:cNvSpPr>
            <a:spLocks noGrp="1"/>
          </p:cNvSpPr>
          <p:nvPr>
            <p:ph type="title"/>
          </p:nvPr>
        </p:nvSpPr>
        <p:spPr bwMode="auto">
          <a:xfrm>
            <a:off x="2313432" y="1426464"/>
            <a:ext cx="6675120" cy="1702816"/>
          </a:xfrm>
        </p:spPr>
        <p:txBody>
          <a:bodyPr rtlCol="0" anchor="t"/>
          <a:lstStyle>
            <a:lvl1pPr>
              <a:lnSpc>
                <a:spcPct val="80000"/>
              </a:lnSpc>
              <a:defRPr lang="ru-RU" sz="7200" cap="all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grpSp>
        <p:nvGrpSpPr>
          <p:cNvPr id="338298508" name="Группа 6"/>
          <p:cNvGrpSpPr/>
          <p:nvPr userDrawn="1"/>
        </p:nvGrpSpPr>
        <p:grpSpPr bwMode="auto"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Прямая соединительная линия 7"/>
            <p:cNvCxnSpPr/>
            <p:nvPr/>
          </p:nvCxnSpPr>
          <p:spPr bwMode="auto"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 bwMode="auto"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2594726" name="Текст 10"/>
          <p:cNvSpPr>
            <a:spLocks noGrp="1"/>
          </p:cNvSpPr>
          <p:nvPr>
            <p:ph type="body" sz="quarter" idx="10"/>
          </p:nvPr>
        </p:nvSpPr>
        <p:spPr bwMode="auto">
          <a:xfrm>
            <a:off x="3877056" y="3383280"/>
            <a:ext cx="4754880" cy="20574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lang="ru-RU" sz="2200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04784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211677230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963116764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  <p:sp>
        <p:nvSpPr>
          <p:cNvPr id="871881490" name="Заголовок 5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819477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628444072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1227063253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07351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63184291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703187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86374840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205974878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47215017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79818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2763535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>
              <a:defRPr/>
            </a:pPr>
            <a:endParaRPr lang="ru-RU"/>
          </a:p>
        </p:txBody>
      </p:sp>
      <p:sp>
        <p:nvSpPr>
          <p:cNvPr id="48099276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</p:txBody>
      </p:sp>
      <p:sp>
        <p:nvSpPr>
          <p:cNvPr id="31710263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endParaRPr lang="ru-RU"/>
          </a:p>
        </p:txBody>
      </p:sp>
      <p:sp>
        <p:nvSpPr>
          <p:cNvPr id="180909601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/>
          </a:p>
        </p:txBody>
      </p:sp>
      <p:sp>
        <p:nvSpPr>
          <p:cNvPr id="56935487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41749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rtl="0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79258116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>
              <a:defRPr/>
            </a:pPr>
            <a:r>
              <a:rPr lang="ru-RU"/>
              <a:t>Щелкните, чтобы изменить стили текста образца слайда</a:t>
            </a:r>
            <a:endParaRPr/>
          </a:p>
          <a:p>
            <a:pPr lvl="1" rtl="0">
              <a:defRPr/>
            </a:pPr>
            <a:r>
              <a:rPr lang="ru-RU"/>
              <a:t>Второй уровень</a:t>
            </a:r>
            <a:endParaRPr/>
          </a:p>
          <a:p>
            <a:pPr lvl="2" rtl="0">
              <a:defRPr/>
            </a:pPr>
            <a:r>
              <a:rPr lang="ru-RU"/>
              <a:t>Третий уровень</a:t>
            </a:r>
            <a:endParaRPr/>
          </a:p>
          <a:p>
            <a:pPr lvl="3" rtl="0">
              <a:defRPr/>
            </a:pPr>
            <a:r>
              <a:rPr lang="ru-RU"/>
              <a:t>Четвертый уровень</a:t>
            </a:r>
            <a:endParaRPr/>
          </a:p>
          <a:p>
            <a:pPr lvl="4" rtl="0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013879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>
              <a:defRPr/>
            </a:pPr>
            <a:endParaRPr lang="ru-RU"/>
          </a:p>
        </p:txBody>
      </p:sp>
      <p:sp>
        <p:nvSpPr>
          <p:cNvPr id="143254587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tx2"/>
                </a:solidFill>
              </a:defRPr>
            </a:lvl1pPr>
          </a:lstStyle>
          <a:p>
            <a:pPr rtl="0">
              <a:defRPr/>
            </a:pPr>
            <a:r>
              <a:rPr lang="ru-RU"/>
              <a:t>Заголовок презентации</a:t>
            </a:r>
            <a:endParaRPr lang="ru-RU"/>
          </a:p>
        </p:txBody>
      </p:sp>
      <p:sp>
        <p:nvSpPr>
          <p:cNvPr id="8432265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tx2"/>
                </a:solidFill>
              </a:defRPr>
            </a:lvl1pPr>
          </a:lstStyle>
          <a:p>
            <a:pPr rtl="0">
              <a:defRPr/>
            </a:pPr>
            <a:fld id="{5BFCF61C-3B18-4C03-8326-CC3B32D710C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1" hdr="0" sldNum="1"/>
  <p:txStyles>
    <p:titleStyle>
      <a:lvl1pPr algn="l" defTabSz="914400" rtl="0">
        <a:lnSpc>
          <a:spcPct val="80000"/>
        </a:lnSpc>
        <a:spcBef>
          <a:spcPts val="0"/>
        </a:spcBef>
        <a:buNone/>
        <a:defRPr lang="ru-RU" sz="4400" cap="all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lang="ru-RU" sz="28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24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20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8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6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ru-RU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lang="ru-RU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931130" name="Заголовок 23"/>
          <p:cNvSpPr>
            <a:spLocks noGrp="1"/>
          </p:cNvSpPr>
          <p:nvPr>
            <p:ph type="ctrTitle"/>
          </p:nvPr>
        </p:nvSpPr>
        <p:spPr bwMode="auto">
          <a:xfrm>
            <a:off x="1052632" y="2726230"/>
            <a:ext cx="10089187" cy="189333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defRPr/>
            </a:pPr>
            <a:r>
              <a:rPr lang="ru-RU" sz="3200" b="1">
                <a:latin typeface="Times New Roman"/>
                <a:cs typeface="Times New Roman"/>
              </a:rPr>
              <a:t>КУРСОВОЙ ПРОЕКТ</a:t>
            </a:r>
            <a:endParaRPr lang="ru-RU" sz="3200">
              <a:cs typeface="Arial"/>
            </a:endParaRPr>
          </a:p>
          <a:p>
            <a:pPr algn="ctr">
              <a:defRPr/>
            </a:pPr>
            <a:r>
              <a:rPr lang="ru-RU" sz="2800" b="1">
                <a:latin typeface="Times New Roman"/>
                <a:cs typeface="Times New Roman"/>
              </a:rPr>
              <a:t>на тему:</a:t>
            </a:r>
            <a:endParaRPr lang="ru-RU" sz="2800">
              <a:cs typeface="Arial"/>
            </a:endParaRPr>
          </a:p>
          <a:p>
            <a:pPr algn="ctr">
              <a:defRPr/>
            </a:pPr>
            <a:r>
              <a:rPr lang="ru-RU" sz="2800" b="1" u="none">
                <a:latin typeface="Times New Roman"/>
                <a:cs typeface="Times New Roman"/>
              </a:rPr>
              <a:t> </a:t>
            </a:r>
            <a:r>
              <a:rPr lang="ru-RU" sz="2000" b="1" u="none">
                <a:latin typeface="Times New Roman"/>
                <a:cs typeface="Times New Roman"/>
              </a:rPr>
              <a:t>Разработка программного модуля «Платформа онлайн – обучения»</a:t>
            </a:r>
            <a:endParaRPr sz="2000" u="none">
              <a:cs typeface="Arial"/>
            </a:endParaRPr>
          </a:p>
          <a:p>
            <a:pPr>
              <a:defRPr/>
            </a:pPr>
            <a:endParaRPr lang="ru-RU" sz="9600">
              <a:cs typeface="Arial"/>
            </a:endParaRPr>
          </a:p>
        </p:txBody>
      </p:sp>
      <p:pic>
        <p:nvPicPr>
          <p:cNvPr id="916261521" name="Рисунок 1" descr="Picture backgroun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059" y="-2883"/>
            <a:ext cx="2743200" cy="1097280"/>
          </a:xfrm>
          <a:prstGeom prst="rect">
            <a:avLst/>
          </a:prstGeom>
        </p:spPr>
      </p:pic>
      <p:sp>
        <p:nvSpPr>
          <p:cNvPr id="1344052021" name="TextBox 2"/>
          <p:cNvSpPr txBox="1"/>
          <p:nvPr/>
        </p:nvSpPr>
        <p:spPr bwMode="auto">
          <a:xfrm>
            <a:off x="2394116" y="1089511"/>
            <a:ext cx="740574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ru-RU" sz="2000" b="1">
                <a:solidFill>
                  <a:schemeClr val="bg1"/>
                </a:solidFill>
                <a:latin typeface="Times New Roman"/>
                <a:cs typeface="Times New Roman"/>
              </a:rPr>
              <a:t>Специальность 09.02.07 Информационные системы и программирование</a:t>
            </a:r>
            <a:endParaRPr lang="ru-RU" sz="2000">
              <a:solidFill>
                <a:schemeClr val="bg1"/>
              </a:solidFill>
              <a:cs typeface="Arial"/>
            </a:endParaRPr>
          </a:p>
          <a:p>
            <a:pPr>
              <a:defRPr/>
            </a:pPr>
            <a:endParaRPr lang="ru-RU" sz="2800">
              <a:solidFill>
                <a:schemeClr val="bg1"/>
              </a:solidFill>
              <a:cs typeface="Arial"/>
            </a:endParaRPr>
          </a:p>
        </p:txBody>
      </p:sp>
      <p:sp>
        <p:nvSpPr>
          <p:cNvPr id="1921921178" name="Подзаголовок 4"/>
          <p:cNvSpPr>
            <a:spLocks noGrp="1"/>
          </p:cNvSpPr>
          <p:nvPr>
            <p:ph type="subTitle" idx="1"/>
          </p:nvPr>
        </p:nvSpPr>
        <p:spPr bwMode="auto">
          <a:xfrm>
            <a:off x="6874723" y="4872434"/>
            <a:ext cx="4981833" cy="74445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/>
            </a:pPr>
            <a:r>
              <a:rPr lang="ru-RU" sz="2000">
                <a:latin typeface="Times New Roman"/>
                <a:cs typeface="Times New Roman"/>
              </a:rPr>
              <a:t>Выполнила студентка группы 307ИС-23 С.А. Коровина</a:t>
            </a:r>
            <a:endParaRPr/>
          </a:p>
          <a:p>
            <a:pPr>
              <a:defRPr/>
            </a:pPr>
            <a:r>
              <a:rPr lang="ru-RU" sz="2000">
                <a:latin typeface="Times New Roman"/>
                <a:cs typeface="Times New Roman"/>
              </a:rPr>
              <a:t>Руководитель А.А. Гаврилова</a:t>
            </a:r>
            <a:endParaRPr lang="ru-RU" sz="200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726833" name="Заголовок 1"/>
          <p:cNvSpPr>
            <a:spLocks noGrp="1"/>
          </p:cNvSpPr>
          <p:nvPr>
            <p:ph type="title"/>
          </p:nvPr>
        </p:nvSpPr>
        <p:spPr bwMode="auto">
          <a:xfrm>
            <a:off x="366666" y="443608"/>
            <a:ext cx="10515600" cy="575321"/>
          </a:xfrm>
        </p:spPr>
        <p:txBody>
          <a:bodyPr rtlCol="0"/>
          <a:lstStyle>
            <a:defPPr>
              <a:defRPr lang="ru-RU"/>
            </a:defPPr>
          </a:lstStyle>
          <a:p>
            <a:pPr algn="ctr">
              <a:defRPr/>
            </a:pPr>
            <a:r>
              <a:rPr lang="ru-RU" sz="2800">
                <a:solidFill>
                  <a:srgbClr val="E7E6E6"/>
                </a:solidFill>
                <a:latin typeface="Times New Roman"/>
                <a:cs typeface="Times New Roman"/>
              </a:rPr>
              <a:t>Цель и задачи работы </a:t>
            </a:r>
            <a:endParaRPr lang="ru-RU" sz="2800">
              <a:solidFill>
                <a:srgbClr val="E7E6E6"/>
              </a:solidFill>
              <a:cs typeface="Arial"/>
            </a:endParaRPr>
          </a:p>
        </p:txBody>
      </p:sp>
      <p:sp>
        <p:nvSpPr>
          <p:cNvPr id="827612032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535954" y="1187567"/>
            <a:ext cx="10975519" cy="1695321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algn="ctr">
              <a:defRPr/>
            </a:pPr>
            <a:r>
              <a:rPr lang="ru-RU" sz="2000" b="0">
                <a:solidFill>
                  <a:schemeClr val="bg1"/>
                </a:solidFill>
                <a:latin typeface="Times New Roman"/>
                <a:cs typeface="Times New Roman"/>
              </a:rPr>
              <a:t>Цель работы –  разработать и внедрить программный модуль платформы онлайн-обучения, для комплексной автоматизации деятельности образовательной платформы, обеспечивающего эффективное взаимодействие между студентами, преподавателями и администрацией через единый интегрированный интерфейс</a:t>
            </a:r>
            <a:endParaRPr lang="ru-RU"/>
          </a:p>
          <a:p>
            <a:pPr algn="ctr">
              <a:defRPr/>
            </a:pPr>
            <a:endParaRPr lang="ru-RU" sz="1800" b="0">
              <a:solidFill>
                <a:srgbClr val="0F1115"/>
              </a:solidFill>
              <a:latin typeface="Times New Roman"/>
              <a:cs typeface="Times New Roman"/>
            </a:endParaRPr>
          </a:p>
        </p:txBody>
      </p:sp>
      <p:sp>
        <p:nvSpPr>
          <p:cNvPr id="2126351376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540814" y="3139029"/>
            <a:ext cx="11128907" cy="3381803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marL="283210" indent="-283210">
              <a:buNone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Задачи работы: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283210" indent="-283210">
              <a:buFont typeface="Arial"/>
              <a:buChar char="•"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Провести анализ предметной области и сформулировать требования к программе.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283210" indent="-283210">
              <a:buFont typeface="Arial"/>
              <a:buChar char="•"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Проектирование и реализация реляционной базы данных, обеспечивающей целостное хранение информации о пользователях, учебных курсах, академических достижениях и финансовых операциях.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283210" indent="-283210">
              <a:buFont typeface="Arial"/>
              <a:buChar char="•"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Разработать функциональный </a:t>
            </a: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back-end</a:t>
            </a: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 на Python, обеспечивающий бизнес-логику приложения.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283210" indent="-283210">
              <a:buFont typeface="Arial"/>
              <a:buChar char="•"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Создать интуитивный и современный графический интерфейс на основе библиотеки </a:t>
            </a: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CustomTkinter</a:t>
            </a: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, адаптированный под нужды каждой категории пользователей.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283210" indent="-283210">
              <a:buFont typeface="Arial"/>
              <a:buChar char="•"/>
              <a:defRPr/>
            </a:pPr>
            <a:r>
              <a:rPr lang="ru-RU" sz="1800">
                <a:solidFill>
                  <a:srgbClr val="333B3C"/>
                </a:solidFill>
                <a:latin typeface="Times New Roman"/>
                <a:cs typeface="Times New Roman"/>
              </a:rPr>
              <a:t>Провести тестирование и отладку разработанного программного обеспечения.</a:t>
            </a:r>
            <a:endParaRPr lang="ru-RU" sz="1800">
              <a:solidFill>
                <a:srgbClr val="333B3C"/>
              </a:solidFill>
              <a:cs typeface="Arial"/>
            </a:endParaRPr>
          </a:p>
          <a:p>
            <a:pPr marL="0" indent="0">
              <a:buNone/>
              <a:defRPr/>
            </a:pPr>
            <a:endParaRPr lang="ru-RU" sz="1800">
              <a:solidFill>
                <a:srgbClr val="333B3C"/>
              </a:solidFill>
              <a:latin typeface="Times New Roman"/>
              <a:cs typeface="Times New Roman"/>
            </a:endParaRPr>
          </a:p>
        </p:txBody>
      </p:sp>
      <p:sp>
        <p:nvSpPr>
          <p:cNvPr id="1164964668" name="Номер слайда 10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291639" name="TextBox 19"/>
          <p:cNvSpPr txBox="1"/>
          <p:nvPr/>
        </p:nvSpPr>
        <p:spPr bwMode="auto">
          <a:xfrm>
            <a:off x="479753" y="114985"/>
            <a:ext cx="450698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3200">
                <a:solidFill>
                  <a:srgbClr val="333B3C"/>
                </a:solidFill>
                <a:latin typeface="Times New Roman"/>
                <a:ea typeface="+mn-lt"/>
                <a:cs typeface="+mn-lt"/>
              </a:rPr>
              <a:t>IDEF0 контекстная</a:t>
            </a:r>
            <a:endParaRPr lang="ru-RU">
              <a:solidFill>
                <a:srgbClr val="333B3C"/>
              </a:solidFill>
              <a:latin typeface="Times New Roman"/>
              <a:ea typeface="+mn-lt"/>
              <a:cs typeface="+mn-lt"/>
            </a:endParaRPr>
          </a:p>
          <a:p>
            <a:pPr>
              <a:defRPr/>
            </a:pPr>
            <a:endParaRPr lang="ru-RU" sz="3200">
              <a:solidFill>
                <a:schemeClr val="accent4"/>
              </a:solidFill>
              <a:latin typeface="Times New Roman"/>
              <a:cs typeface="Arial"/>
            </a:endParaRPr>
          </a:p>
        </p:txBody>
      </p:sp>
      <p:pic>
        <p:nvPicPr>
          <p:cNvPr id="416093188" name="Рисунок 2" descr="Изображение выглядит как текст, линия, Параллельный, снимок экран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98653" y="654114"/>
            <a:ext cx="7989672" cy="6000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93745" name="Номер слайда 12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ru-RU"/>
            </a:defPPr>
          </a:lstStyle>
          <a:p>
            <a:pPr rtl="0">
              <a:defRPr/>
            </a:pPr>
            <a:fld id="{5BFCF61C-3B18-4C03-8326-CC3B32D710C9}" type="slidenum">
              <a:rPr lang="ru-RU"/>
              <a:t>4</a:t>
            </a:fld>
            <a:endParaRPr lang="ru-RU"/>
          </a:p>
        </p:txBody>
      </p:sp>
      <p:pic>
        <p:nvPicPr>
          <p:cNvPr id="19668541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74011" y="545496"/>
            <a:ext cx="11159048" cy="5779103"/>
          </a:xfrm>
          <a:prstGeom prst="rect">
            <a:avLst/>
          </a:prstGeom>
        </p:spPr>
      </p:pic>
      <p:sp>
        <p:nvSpPr>
          <p:cNvPr id="1734344838" name="Заголовок 1"/>
          <p:cNvSpPr>
            <a:spLocks noGrp="1"/>
          </p:cNvSpPr>
          <p:nvPr>
            <p:ph type="title"/>
          </p:nvPr>
        </p:nvSpPr>
        <p:spPr bwMode="auto">
          <a:xfrm>
            <a:off x="92419" y="5053744"/>
            <a:ext cx="3785699" cy="1270855"/>
          </a:xfrm>
        </p:spPr>
        <p:txBody>
          <a:bodyPr rtlCol="0"/>
          <a:lstStyle>
            <a:defPPr>
              <a:defRPr lang="ru-RU"/>
            </a:defPPr>
          </a:lstStyle>
          <a:p>
            <a:pPr>
              <a:defRPr/>
            </a:pPr>
            <a:r>
              <a:rPr lang="ru-RU" sz="3200">
                <a:solidFill>
                  <a:srgbClr val="333B3C"/>
                </a:solidFill>
                <a:latin typeface="Times New Roman"/>
                <a:ea typeface="+mj-lt"/>
                <a:cs typeface="+mj-lt"/>
              </a:rPr>
              <a:t>IDEF0 декомпозиция 1-ого уровня</a:t>
            </a:r>
            <a:endParaRPr lang="ru-RU" sz="3200">
              <a:solidFill>
                <a:srgbClr val="333B3C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ru-RU" sz="320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043863" name="Текст 4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93690496" name="Заголовок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8707960" name="TextBox 9"/>
          <p:cNvSpPr txBox="1"/>
          <p:nvPr/>
        </p:nvSpPr>
        <p:spPr bwMode="auto">
          <a:xfrm>
            <a:off x="1591860" y="279742"/>
            <a:ext cx="931582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3200">
                <a:solidFill>
                  <a:schemeClr val="bg1"/>
                </a:solidFill>
                <a:latin typeface="Times New Roman"/>
                <a:cs typeface="Arial"/>
              </a:rPr>
              <a:t>ER - диаграмма</a:t>
            </a:r>
            <a:endParaRPr/>
          </a:p>
        </p:txBody>
      </p:sp>
      <p:pic>
        <p:nvPicPr>
          <p:cNvPr id="12676091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5791" y="952499"/>
            <a:ext cx="10957409" cy="5467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ONLYOFFICE/9.1.0.167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127</cp:revision>
  <dcterms:created xsi:type="dcterms:W3CDTF">2025-10-31T11:38:31Z</dcterms:created>
  <dcterms:modified xsi:type="dcterms:W3CDTF">2025-11-14T15:38:46Z</dcterms:modified>
</cp:coreProperties>
</file>